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958f19c26f4f77" /><Relationship Type="http://schemas.openxmlformats.org/officeDocument/2006/relationships/extended-properties" Target="/docProps/app.xml" Id="R700df7bccabd41bf" /><Relationship Type="http://schemas.openxmlformats.org/officeDocument/2006/relationships/officeDocument" Target="/ppt/presentation.xml" Id="R392ef3e8ce2249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a2f637cb44863"/>
  </p:sldMasterIdLst>
  <p:notesMasterIdLst>
    <p:notesMasterId xmlns:r="http://schemas.openxmlformats.org/officeDocument/2006/relationships" r:id="Rb9aa47ae872c4747"/>
  </p:notesMasterIdLst>
  <p:sldIdLst>
    <p:sldId xmlns:r="http://schemas.openxmlformats.org/officeDocument/2006/relationships" id="256" r:id="R610812990eeb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9ae1c556d3413c" /><Relationship Type="http://schemas.openxmlformats.org/officeDocument/2006/relationships/slideMaster" Target="/ppt/slideMasters/slideMaster1.xml" Id="Rd6fa2f637cb44863" /><Relationship Type="http://schemas.openxmlformats.org/officeDocument/2006/relationships/notesMaster" Target="/ppt/notesMasters/notesMaster1.xml" Id="Rb9aa47ae872c4747" /><Relationship Type="http://schemas.openxmlformats.org/officeDocument/2006/relationships/presProps" Target="/ppt/presProps.xml" Id="R48c1262ae4594068" /><Relationship Type="http://schemas.openxmlformats.org/officeDocument/2006/relationships/tableStyles" Target="/ppt/tableStyles.xml" Id="Raa2de809754a40fb" /><Relationship Type="http://schemas.openxmlformats.org/officeDocument/2006/relationships/slide" Target="/ppt/slides/slide1.xml" Id="R610812990eeb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65e0021a134a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d2d862199437b" /><Relationship Type="http://schemas.openxmlformats.org/officeDocument/2006/relationships/notesMaster" Target="/ppt/notesMasters/notesMaster1.xml" Id="Rc96ed71ddf1f48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Guia de estudo e fala de 3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Édion Alberto Torres — RM 570560 — CondoCarga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guia acompanha a pesquisa da Sprint 01. O slide apresenta uma proposta, não um sistema já implementado. Para o pitch posterior de validação técnica, atualizar a fala com o que tiver sido desenvolvido e medido até a prova.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 que estudar primeiro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Tema | Entendimento necessário | Onde consultar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Problema | Medição precisa ser vinculada a uma unidade para produzir cobrança conferível | README, seções 1 e 2 |</a:t>
            </a:r>
          </a:p>
          <a:p xmlns:a="http://schemas.openxmlformats.org/drawingml/2006/main">
            <a:r>
              <a:t>| Mercado | ChargePoint, Wallbox e NeoCharge já possuem ofertas; o projeto não reivindica ineditismo | README, comparação de mercado e fontes 2–5 |</a:t>
            </a:r>
          </a:p>
          <a:p xmlns:a="http://schemas.openxmlformats.org/drawingml/2006/main">
            <a:r>
              <a:t>| Energia | kW mede potência; kWh mede energia. 6 kW constantes durante 2 horas correspondem a 12 kWh | Modelo matemático do README |</a:t>
            </a:r>
          </a:p>
          <a:p xmlns:a="http://schemas.openxmlformats.org/drawingml/2006/main">
            <a:r>
              <a:t>| Identificação | RFID identifica credencial. O vínculo com apartamento será uma regra do CondoCarga | README, interfaces e modelo de dados |</a:t>
            </a:r>
          </a:p>
          <a:p xmlns:a="http://schemas.openxmlformats.org/drawingml/2006/main">
            <a:r>
              <a:t>| Regulação | Art. 550 tem condições; art. 552 não cita OCPP nominalmente; art. 554 admite exploração comercial | README, seção regulatória e fontes 8–9 |</a:t>
            </a:r>
          </a:p>
          <a:p xmlns:a="http://schemas.openxmlformats.org/drawingml/2006/main">
            <a:r>
              <a:t>| Integração | Portal SEMS e conexões do equipamento não comprovam contrato público de API | README, pesquisa GoodWe |</a:t>
            </a:r>
          </a:p>
          <a:p xmlns:a="http://schemas.openxmlformats.org/drawingml/2006/main">
            <a:r>
              <a:t>| Rateio | Energia × tarifa por sessão; somar centavos por unidade; explicar as exceções | README, seção 4 |</a:t>
            </a:r>
          </a:p>
          <a:p xmlns:a="http://schemas.openxmlformats.org/drawingml/2006/main">
            <a:r>
              <a:t>| IA | Prever energia por intervalo requer dados por intervalo; comparar com média histórica | README, seção 5 e fontes 18–20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Sequência da fala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Tempo | Bloco no slide | Ideia principal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0:00–0:35 | Problema | Identificar uso e justificar valores por apartamento |</a:t>
            </a:r>
          </a:p>
          <a:p xmlns:a="http://schemas.openxmlformats.org/drawingml/2006/main">
            <a:r>
              <a:t>| 0:35–1:30 | Solução e rateio | Fluxo, fórmula e exceções |</a:t>
            </a:r>
          </a:p>
          <a:p xmlns:a="http://schemas.openxmlformats.org/drawingml/2006/main">
            <a:r>
              <a:t>| 1:30–2:25 | IA e decisões | Regressão, referência e limitações |</a:t>
            </a:r>
          </a:p>
          <a:p xmlns:a="http://schemas.openxmlformats.org/drawingml/2006/main">
            <a:r>
              <a:t>| 2:25–3:00 | Pesquisa e próxima sprint | Evidências e ordem de implementação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Texto para ensaio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0:00–0:35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Meu projeto é o CondoCarga, uma proposta de gestão de recargas compartilhadas em condomínios. O problema é relacionar o uso do carregador ao apartamento responsável e justificar os valores do fechamento mensal. O morador precisa compreender seu consumo, e o síndico precisa conferir as sessões. A pesquisa de ChargePoint, Wallbox e NeoCharge mostrou que essas necessidades já são atendidas por diferentes modelos comerciais. Meu recorte acadêmico é construir um fluxo simples e verificável para o Challenge GoodWe.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0:35–1:30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arquitetura separa carregador, conectividade, aplicação e interface. O identificador RFID será vinculado ao usuário e à unidade. A sessão registrará horários, leituras e a tarifa aplicada. O consumo será a diferença entre leitura final e inicial, em quilowatts-hora.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exemplo fictício, doze quilowatts-hora a um real por quilowatt-hora geram doze reais. O relatório soma as sessões por apartamento. Dois veículos da mesma unidade terão sessões separadas, mas um total consolidado. Sem consumo, o valor variável será zero. Uma sessão interrompida só entrará no cálculo quando houver medição confiável.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Escolhi cobrar apenas o componente medido nesta versão. Custos fixos e perdas exigiriam outra política. O fechamento usará o mês de encerramento, com essa regra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1:30–2:25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a aplicação, proponho Python, Streamlit e SQLite, combinando processamento, interface local e persistência. A integração real depende de documentação e acesso GoodWe. Na próxima sprint, o protótipo começará com dados sintéticos identificados.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IA terá uma função específica: recomendar horários de menor demanda entre as preferências do morador. Comparei regressão e detecção de anomalias, e escolhi regressão como primeiro desenvolvimento. A avaliação comparará o erro do modelo com uma média histórica, sempre usando dados anteriores para prever períodos posteriores.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análise exige medições por intervalo. A previsão não será usada para cobrar consumo, reservar vaga ou comandar potência. Sem histórico suficiente, a aplicação informará a limitação e manterá as regras convencionais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2:25–3:00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Sprint 01 reúne pesquisa de mercado, contexto técnico e regulatório, arquitetura, rateio e papel da IA. A pesquisa também identificou limites: a existência do SEMS não comprova acesso público aos dados necessários, e o software não substitui a verificação da instalação elétrica.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Sprint 02, a ordem será organizar os dados, implementar sessões e fechamento, construir as interfaces e avaliar a previsão. A contribuição do CondoCarga é permitir que cada valor seja explicado por sessões e que o histórico apoie uma decisão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Perguntas para conferir o entendimento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Por que tarifa por kWh? Porque mantém relação direta com energia medida. Tempo conectado pode incluir ociosidade e velocidades diferentes.</a:t>
            </a:r>
          </a:p>
          <a:p xmlns:a="http://schemas.openxmlformats.org/drawingml/2006/main">
            <a:r>
              <a:t>2. O rateio quita toda a conta do condomínio? Não. A proposta calcula apenas o componente medido da recarga e declara a exclusão de custos fixos e perdas.</a:t>
            </a:r>
          </a:p>
          <a:p xmlns:a="http://schemas.openxmlformats.org/drawingml/2006/main">
            <a:r>
              <a:t>3. A IA é necessária para cobrar? Não. Ela participa da recomendação de horários; cobrança é determinística.</a:t>
            </a:r>
          </a:p>
          <a:p xmlns:a="http://schemas.openxmlformats.org/drawingml/2006/main">
            <a:r>
              <a:t>4. Por que não apresentar endpoints SEMS? Porque não foi obtido contrato público oficial verificável nas fontes consultadas.</a:t>
            </a:r>
          </a:p>
          <a:p xmlns:a="http://schemas.openxmlformats.org/drawingml/2006/main">
            <a:r>
              <a:t>5. O que uma previsão horária exige? Dados por intervalo, com unidades, horário e origem confiáveis. O total de uma sessão longa não revela sua distribuição por hora.</a:t>
            </a:r>
          </a:p>
          <a:p xmlns:a="http://schemas.openxmlformats.org/drawingml/2006/main">
            <a:r>
              <a:t>6. Por que consultar APIs que não serão implementadas agora? O aprofundamento pesquisa alternativas; a decisão de adiar integrações evita ampliar o MVP sem melhorar o núcleo.</a:t>
            </a:r>
          </a:p>
          <a:p xmlns:a="http://schemas.openxmlformats.org/drawingml/2006/main">
            <a:r>
              <a:t>7. O sistema já funciona? Nesta entrega há pesquisa e proposta. A implementação está planejada para a Sprint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Como ensaiar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Leia o README e abra as fontes principais antes de decorar a fala. Explique o exemplo numérico sem ler. Grave um ensaio com cronômetro e ajuste pausas para 3 minutos; o tempo real ainda não foi validado em gravação. Use o slide para lembrar a sequência, sem ler todo o conteúdo. Na prova posterior, substituir promessas por evidências do desenvolvimento realizado.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README.md do CondoCarga. https://en.goodwe.com/hca-g2 ; https://www.gov.br/aneel/pt-br/assuntos/veiculos-eletricos ; https://scikit-learn.org/stable/modules/generated/sklearn.linear_model.LinearRegression.html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26df3dfd7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5a1db1dda74cbf" /><Relationship Type="http://schemas.openxmlformats.org/officeDocument/2006/relationships/slideLayout" Target="/ppt/slideLayouts/slideLayout1.xml" Id="Rdf5604de3f76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604de3f76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ae200aa949fd" /><Relationship Type="http://schemas.openxmlformats.org/officeDocument/2006/relationships/notesSlide" Target="/ppt/notesSlides/notesSlide1.xml" Id="R4d25d16f756448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07A8F-0DD1-4278-8693-DF00096B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6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64A"/>
                </a:solidFill>
                <a:latin typeface="Arial"/>
                <a:ea typeface="Arial"/>
                <a:cs typeface="Arial"/>
              </a:rPr>
              <a:t>CondoCarga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CC0AC-2AC5-4961-A1FC-B4F25CD0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Gestão de recargas por apartamento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03389-3BB3-4065-B33A-38055246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01 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04E10-9250-4F3D-8D39-2B17F82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Quem utilizou? Quanto consumiu?</a:t>
            </a:r>
          </a:p>
          <a:p xmlns:a="http://schemas.openxmlformats.org/drawingml/2006/main">
            <a:pPr>
              <a:defRPr sz="202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Como conferir o fechamento?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D8C7F-A07F-4859-A8BD-D7BF1E55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02  Solução e rateio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A289F-5947-4000-88CE-FF1453BD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RFID, sessão e unidade vinculados</a:t>
            </a:r>
          </a:p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Energia medida × tarifa por kWh</a:t>
            </a:r>
          </a:p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Exemplo fictício: 12 kWh = R$ 12,00*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645BC-3D16-428C-9525-CD4DA9FA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03  IA e decisões técnicas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8C83C-5599-4650-B18B-97ED2559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Previsão de demanda por horário</a:t>
            </a:r>
          </a:p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Regressão comparada à média histórica</a:t>
            </a:r>
          </a:p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Python, Streamlit e 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13362-55B7-40B8-B4F4-C18CC213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576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9"/>
                </a:solidFill>
                <a:latin typeface="Arial"/>
                <a:ea typeface="Arial"/>
                <a:cs typeface="Arial"/>
              </a:rPr>
              <a:t>04  Pesquisa e próximo passo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588F5-8464-4E24-BF2E-8B5FC88A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Mercado, regulação e arquitetura</a:t>
            </a:r>
          </a:p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Sprint 02: sessões, fechamento e IA</a:t>
            </a:r>
          </a:p>
          <a:p xmlns:a="http://schemas.openxmlformats.org/drawingml/2006/main">
            <a:pPr>
              <a:defRPr sz="1875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Integração GoodWe a validar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AFA1B-6694-471D-AB2B-1FCE6F8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Édion Alberto Torres · RM 570560 · CC on-line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D259F-2D39-498E-BF90-AAFC379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912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394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94D"/>
                </a:solidFill>
                <a:latin typeface="Arial"/>
                <a:ea typeface="Arial"/>
                <a:cs typeface="Arial"/>
              </a:rPr>
              <a:t>* Tarifa fictícia de R$ 1,00/kWh. Proposta da Sprint 01.</a:t>
            </a:r>
          </a:p>
        </p:txBody>
      </p:sp>
    </p:spTree>
    <p:extLst>
      <p:ext uri="{BB962C8B-B14F-4D97-AF65-F5344CB8AC3E}">
        <p14:creationId xmlns:p14="http://schemas.microsoft.com/office/powerpoint/2010/main" val="698776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2026-09-24T19:27:33.8370000Z</dcterms:created>
  <dcterms:modified xsi:type="dcterms:W3CDTF">2026-09-24T19:27:33.8370000Z</dcterms:modified>
</coreProperties>
</file>